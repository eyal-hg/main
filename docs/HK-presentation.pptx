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עניינית: "אני אעבור איתך על המערכת — מה יש בה, איך זה עובד, ומה זה נותן לך. בסוף נדבר על איך מתחילים." בלי הבטחות בפתיחה.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השקף שנותן להם את המפה. לומר: "אני אעבור על חמשת החלקים לפי הסדר הזה, ואראה לך כל אחד במערכת עצמה." אם הם עוצרים בשאלה על חלק מסוים — לקפוץ לשקף שלו.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להדגיש שזה שירות ולא פיצ׳ר — אדם שמפעיל מערכת. זה ההבדל מכל כלי תוכנה שהם מכירים. אם שואלים על הוואטסאפ: מנהל התזרים עונה ללקוח על תפעול שוטף בשם המשרד, ואליהם מגיע רק מה שדורש יועץ.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להראות קטגוריה אחת פתוחה. ולומר בכנות: אחרי שנה של עבודה הזיכרון הוא נכס של המשרד שלהם ואין לו תחליף — ולכן הוא נשמר בטקסט קריא ולא בקופסה שחורה.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לסנן לקוח אחד ולהראות. הנקודה: השאלה של יועץ היא "מה קורה עם הלקוח הזה", ולכן זה מסך אחד ולא ארבעה. שיחה בלי שיוך לחברה לא מתומללת בכלל.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להקריא את ההנחיה האישית מהמסך — היא באה מקטגוריית סגנון התקשורת בזיכרון. אם יש זמן: להראות את מסך הפגישה אחרי.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החלק שאין לו מקבילה בשוק — לומר עניינית ולא כהתפארות: רוב הכלים מודדים את הלקוח; כאן יש גם משוב על עבודת היועץ.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ההפרדה חשובה ליועצים: ה-AI מסווג שמות וממפה מבנה בלבד; כל חיבור של סכומים רץ בקוד דטרמיניסטי עם בדיקות ביקורת. זה מה שמאפשר להציג את הדוח ללקוח בלי לבדוק אותו שורה־שורה.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סיפור אמיתי מהמערכת: אחרי התראת חריגה הלקוח שאל את העוזר "מה זאת אומרת חריגה?" — וזה הפך למשימה ליועץ ולשורת זיכרון. מה שהלקוח שואל מגלה מה מטריד אותו.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לעבור מהר — זה לא ליבת הפגישה. המסר: השיטה מוגדרת ברמת המשרד, כך שיועץ חדש נכנס לשיטה קיימת ולא ממציא אותה מחדש.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לעצור ולעשות את החשבון על המספרים שלהם: כמה לקוחות יש להם, כמה שעות הם מעריכים שהתפעול לוקח, וכמה שווה שעה שלהם. המספר צריך לצאת מהם, לא ממני.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הבקשה קונקרטית וקטנה: לקוח אחד. אם אפשר — לבחור אותו יחד עכשיו, בפגישה. זה מה שהופך את הסיום להתחלה של משהו ולא לשאלה פתוחה.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691640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spc="400" kern="0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240280"/>
            <a:ext cx="1087495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ניהול</a:t>
            </a:r>
            <a:endParaRPr lang="en-US" sz="5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ליועצים עסקיים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4389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תזרים, זיכרון לקוח, תקשורת ודוחות פיננסיים — במערכת אחת, שהלקוח רואה בשם המשרד שלך.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המערכת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חלקים, מערכת אחת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003743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1535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11535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3199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חודשי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3199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תזרים של HK מריץ לכל לקוח שלך חמישה שלבי עבודה וחמש בדיקות, כל חודש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18127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25919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25919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7583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זיכרון לקוח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37583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קטגוריות שמתעדכנות אוטומטית מכל פגישה, שיחה והודעה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511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0303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40303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תקשורת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פגישות, שיחות טלפון, קבוצת וואטסאפ והעוזר — במסך אחד עם אותם תוצרים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3743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11535" y="416052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11535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3199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פיננסיים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23199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קדימה, דוח רווח והפסד מהכרטסת, מעקב תקציב ומדדים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18127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25919" y="416052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25919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437583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הצד של הלקוח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437583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דשבורד, תקציר בוקר ועוזר בוואטסאפ — הכל בשם המשרד שלך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2511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40303" y="4160520"/>
            <a:ext cx="365760" cy="365760"/>
          </a:xfrm>
          <a:prstGeom prst="ellipse">
            <a:avLst/>
          </a:prstGeom>
          <a:solidFill>
            <a:srgbClr val="2A649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340303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1967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המשרד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651967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יועצים והרשאות, חיוב, לידים, תבניות הודעות ובקרת איכות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1 · תפעול חודשי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התפעול מבוצע על ידי HK, לא על ידך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תזרים של HK מריץ לכל חברה חמישה שלבי עבודה — קיטלוג תנועות, מוטבי שיקים, נגררות ולא־צפויות, הודעות מהלקוח והזנות עתידיות — ואחריהם חמש בדיקות שסוגרות את החודש.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mgr-ops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שלבי עבודה · חמש בדיקות · כל חודש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שעות הקלדה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שנעשית היום ידנית — קיטלוג, התאמות, רדיפה אחרי חומר — יורדת ממך במלואה.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תזרים בדוק, לא רק מוכן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הבדיקה מוודאת שהרווח הנקי יושב על תנועת הבנקים בסבילות 300 ₪, והתזרים לא נשלח עד שכל חריגה הוכרעה.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ידועה פר לקוח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התפעול נמדד פר חברה, כך שידוע כמה כל לקוח עולה בפועל.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2 · זיכרון לקוח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מתחזקת פרופיל חי לכל לקוח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שתים־עשרה קטגוריות — מצב תזרימי, פרופיל עסקי, כאבים, יעדים, שביעות רצון, סגנון תקשורת ועוד — מתעדכנות אוטומטית מכל פגישה, שיחה והודעה. לכל קטגוריה פרומפט משלה והגדרה מי רשאי לראות אותה.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co-m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מעגל החברה ומעגל אישי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צריך לזכור 25 לקוחות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שנאמר בפגישה לפני חודשיים נמצא בכרטיס, עם תאריך ומקור.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התרעה לפני שלקוח עוזב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בשביעות רצון נלמדת מהטון בפגישה, מביטולים ומהקבוצה — ומגיעה אליך בזמן.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לראות בכל רגע מה נכתב, מאיזה מקור, ועל ידי איזה תהליך.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ערוצים, מסך אחד, אותם תוצרים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פגישות, שיחות טלפון, קבוצת הוואטסאפ וההתכתבות עם העוזר יושבות ברשימה אחת. כל פריט מייצר את אותם תוצרים: סיכום, משימות מוצעות ועדכוני זיכרון. ג׳וב לילי סוגר כל יום.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adv-com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פגישה · טלפון · וואטסאפ · עוזר AI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סינון לפי לקוח = תמונה מלאה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בלחיצה אחת רואים כל מה שקרה עם לקוח מסוים — בכל הערוצים, לפי סדר.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שיחות טלפון לא הולכות לאיבוד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מוקלטת, מתומללת והופכת לזיכרון. שיחה שלא זוהתה ממתינה בתור לשיוך.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הקבוצה מסוכמת כל לילה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עלה, מי כתב, ומה נכנס לזיכרון — בלי שתקרא את ההודעות.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 — הפגישה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שנבנית מחדש בכל פתיחה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ההכנה לא נשמר ולא נכתב מראש — הוא נגזר ברגע הפתיחה מהזיכרון החי, מהמספרים העדכניים ומהמשימות הפתוחות: מה סוכם בפעם הקודמת, מה השתנה מאז, ואיך מדברים עם האדם הזה.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meet-pr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51215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60943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«פתח במספרים — צחי מאבד סבלנות מהקדמות»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בשתי דקות במקום שעה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נפתחת מוכנה מהיומן או מהבר שעולה חמש דקות לפני הפגישה.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עדכנית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שנכתב לפני שבוע כבר לא נכון. זה נכון לרגע שנפתח.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הפגישה — לאישור בלבד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סיכום, משימות שחולצו ועדכוני זיכרון מוכנים; אתה מאשר ושולח.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 — משוב מקצועי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מנתחת גם את ניהול הפגישה שלך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כל פגישה נוצר משוב על עבודת היועץ בארבעה צירים: מיקוד וחיבור ל«למה», הקשבה ומתן מרחב, עבודה ברובד הסמוי, והובלה והנעה לפעולה. המשוב גלוי ליועץ בלבד ואינו נשלח ללקוח או למנהל.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meet-feedb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צירי משוב · לעיני היועץ בלבד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מדיד מפגישה לפגישה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חוזק ונקודות לשיפור, מנוסחות על הפגישה הספציפית ולא בכלליות.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הכשרה למשרד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יועץ חדש נכנס לשיטה קיימת ומקבל משוב מהפגישה הראשונה.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 לחלוטין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נשלח ללקוח, לא נראה למנהל המשרד.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4 · דוחות פיננסיים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קדימה ודוח רווח והפסד — מוכנים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לחודשים קדימה עם יעד לכל קטגוריה ויתרות שמתגלגלות; ודוח רווח והפסד שנבנה מהכרטסת האמיתית של רואה החשבון — בדוגמה שבמערכת: 14,083 תנועות שהפכו ל־631 כרטיסים.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7288" y="2130552"/>
            <a:ext cx="5391760" cy="3858768"/>
          </a:xfrm>
          <a:prstGeom prst="roundRect">
            <a:avLst>
              <a:gd name="adj" fmla="val 1659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03200" dist="50800" dir="5400000">
              <a:srgbClr val="0C4068">
                <a:alpha val="22000"/>
              </a:srgbClr>
            </a:outerShdw>
          </a:effectLst>
        </p:spPr>
      </p:sp>
      <p:pic>
        <p:nvPicPr>
          <p:cNvPr id="6" name="Image 0" descr="/Users/eyalhazut/Documents/Claude/Projects/hk/mainScreen/docs/shots/co-f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2176272"/>
            <a:ext cx="5300320" cy="37673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33008" y="6071616"/>
            <a:ext cx="530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— יעד לכל קטגוריה, וחריגה שנראית לפני שהיא קורית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" y="2130552"/>
            <a:ext cx="5391760" cy="3858768"/>
          </a:xfrm>
          <a:prstGeom prst="roundRect">
            <a:avLst>
              <a:gd name="adj" fmla="val 1659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03200" dist="50800" dir="5400000">
              <a:srgbClr val="0C4068">
                <a:alpha val="22000"/>
              </a:srgbClr>
            </a:outerShdw>
          </a:effectLst>
        </p:spPr>
      </p:sp>
      <p:pic>
        <p:nvPicPr>
          <p:cNvPr id="9" name="Image 1" descr="/Users/eyalhazut/Documents/Claude/Projects/hk/mainScreen/docs/shots/co-acc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176272"/>
            <a:ext cx="5300320" cy="3767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6071616"/>
            <a:ext cx="530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חשבונאי — ה־AI ממפה מבנה, חיבור הסכומים רץ בקוד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5 · הצד של הלקוח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מקבל מערכת בשם המשרד שלך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לבעל העסק יש דשבורד משלו שנפתח בתקציר בוקר — פסקה שנכתבת כל בוקר מהזיכרון ומיתרות הבנק העדכניות — ולצדה יתרה, חריגה צפויה, משימות פתוחות והעלאת מסמכים. וכן עוזר בוואטסאפ שיודע את המספרים שלו.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cli-das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51215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60943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«היתרה 75,187 ₪ — צפויה חריגה ב־11.07»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שימור לקוחות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מרגיש מטופל כל בוקר, לא רק ביום הפגישה.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מלא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אזכור ל־HK בשום מקום — לא בכותרת, לא בשם הבוט, לא בתפקידים.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שאלות אליך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שהלקוח שואל את העוזר נענה מיד; מה שדורש יועץ מגיע אליך כמשימה.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ומעל הכל · ניהול המשרד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ניהול למשרד שגדל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שמאפשר להעביר את השיטה בין יועצים: הרשאות ותפקידים, מחזור חודשי אחיד, תבניות הודעות מאושרות, ובקרת איכות על התוצרים של ה־AI.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75727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12887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יועצים והרשאות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980383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7543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חיוב וגבייה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039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2199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לידים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875727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12887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סוגי הודעות אוטומטיות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980383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7543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מספרי טלפון לחברות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5039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2199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קטגוריות קיטלוג ובסיס ידע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875727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12887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איכות על תוצרי ה־AI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980383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7543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ובקשות ל־HK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039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2199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עזרה מותאמת בכל מסך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59436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השיטה מוגדרת ברמת המשרד — מחזור חודשי, שלבים ויעדים — כך שיועץ חדש נכנס לשיטה קיימת ולא ממציא אותה מחדש.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משנה בפועל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הזמן שיורד מהיועץ, פר לקוח לחודש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870448" y="169164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691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HK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240280"/>
            <a:ext cx="10874959" cy="10973"/>
          </a:xfrm>
          <a:prstGeom prst="rect">
            <a:avLst/>
          </a:prstGeom>
          <a:solidFill>
            <a:srgbClr val="3F6E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870448" y="228600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תזרים — קיטלוג, התאמות, רדיפה אחרי חומר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401568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4–8 שעות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8368" y="283464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70448" y="288036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לפגישה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01568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כשעה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880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" y="342900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0448" y="347472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ומשימות אחרי פגישה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כחצי שעה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474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402336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70448" y="406908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מענה שוטף בוואטסאפ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40156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שעות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4069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מה שדורש יועץ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58368" y="461772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608576"/>
            <a:ext cx="10874959" cy="27432"/>
          </a:xfrm>
          <a:prstGeom prst="rect">
            <a:avLst/>
          </a:prstGeom>
          <a:solidFill>
            <a:srgbClr val="3F6E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70448" y="4663440"/>
            <a:ext cx="56628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סה״כ פר לקוח לחודש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01568" y="46634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 שעות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46634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1–1.5 שעות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שעות עבודת לקוחות בחודש מכסות היום 8–10 לקוחות. כשהתפעול יורד — אותן שעות מכסות 25–30.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מתחילים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אחד, חודש הרצה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003743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10367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10367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41487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לקוח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עדיף כזה שהתפעול שלו כבד — שם ההבדל נראה כבר בחודש הראשון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18127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24751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24751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55871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ישיבת פתיחה אחת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455871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חשבונות בנק, כרטסת אם יש, קטגוריות ואנשי הקשר שמקבלים הודעות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39135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39135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70255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 מריצה לו חודש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70255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קיטלוג, בדיקות, תזרים מוכן — ואתה מגיע לפגישה ורואה מה השתנה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85216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פרויקט הטמעה ואין חודש שבו עובדים כפול. אפשר להריץ במקביל לשיטה הקיימת, כמה זמן שתרצה.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HK — מערכת ניהול ליועצים עסקיים</dc:title>
  <dc:subject>PptxGenJS Presentation</dc:subject>
  <dc:creator>HK</dc:creator>
  <cp:lastModifiedBy>HK</cp:lastModifiedBy>
  <cp:revision>1</cp:revision>
  <dcterms:created xsi:type="dcterms:W3CDTF">2026-09-02T04:20:17Z</dcterms:created>
  <dcterms:modified xsi:type="dcterms:W3CDTF">2026-09-02T04:20:17Z</dcterms:modified>
</cp:coreProperties>
</file>